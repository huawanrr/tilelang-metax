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96596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 MoE 算子的 TileLang 实现与优化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20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赛题一 XH-202608 ｜ 基于国产软件栈大模型推理前沿算子优化</a:t>
            </a:r>
            <a:endParaRPr lang="en-US" sz="1550" dirty="0"/>
          </a:p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MetaX C500 ｜ MACA 3.5.3 + TileLang ｜ 提交入口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run_kernel</a:t>
            </a:r>
            <a:endParaRPr lang="en-US" sz="1550" dirty="0"/>
          </a:p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线上成绩 81.7 / 80.7 / 80.7 分（题目基线 50 分）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先看结论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两阶段融合 MoE 算子，在纯 TileLang、高精度和合规约束下，把三个评测配置做到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2.68 / 4.72 / 8.90 ms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（有效吞吐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85.4 / 84.6 / 89.9 TFLOP/s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；题目基线 50 分 / 66 ms）。</a:t>
            </a:r>
            <a:endParaRPr lang="en-US" sz="15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7264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关键结果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数值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线上得分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81.7 / 80.7 / 80.7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正确性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 个布局全部 PASS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最差绝对误差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2.6e-3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（容差 0.05，约 19 倍余量）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 starter kit 模板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同环境端到端 </a:t>
                      </a: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1.9–2.4 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主要收益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swizzle −9%；寄存器暂存 -3~6%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复现入口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./run.sh quick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812792"/>
            <a:ext cx="10820095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核心判断：先用 LDS 和寄存器上限推导 tile，再用公开 TileLang 语法优化访存；所有结论均有日志和 A/B 测量支撑。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85800" y="5605272"/>
            <a:ext cx="10820095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实验条件：本次仅使用 16 GiB sGPU 切片（实测 15.22 GiB），未能使用 64 GiB 卡。starter kit 原始 bs=4 / bs=8 full harness 会在自身的 repeat / scatter_reduce 临时张量处分配约 7 GiB 并 OOM；该错误属于 harness 显存峰值，不是提交算子功能错误。性能对照采用相同模型形状的 bs=1 / bs=2 可运行切片。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赛题：一个融合的 routed-MoE 前向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273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计算：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out[i] = routed_w[i] · ( silu(x[i] @ gate_w^T) ⊙ (x[i] @ up_w^T) ) @ down_w^T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，e = expert(i)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两段 GEMM（d_hidden → d_expert 的 gate/up，d_expert → d_hidden 的 down）夹一个 SwiGLU，fp16 输入输出、fp32 累加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输入按 expert 分组，每组行数向上取整到 128 的倍数；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group_padded_offsets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/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group_offsets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给前缀和，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group_idx_for_bx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给 block → expert 映射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三个评测配置（Config1 形状是"反"的：hidden 小、intermediate 大，stage 1 n 方向 64 个 tile 而 stage 2 只有 8 个 —— 所有按 shape 分支都源于此）：</a:t>
            </a:r>
            <a:endParaRPr lang="en-US" sz="15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068064"/>
          <a:ext cx="63093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1051560"/>
                <a:gridCol w="1005840"/>
                <a:gridCol w="1371600"/>
                <a:gridCol w="960120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experts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d_hidden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d_expert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valid tokens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block 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2048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8192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2272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7168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2048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4544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7168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2048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9088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5561584"/>
            <a:ext cx="10820095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约束：只能用 TileLang 高层语法；不得量化、不得异步拷贝、不得跨调用缓存结果、不得针对 testcase 硬编码；提交文件还要过沙箱静态检查（顶层只许字面量赋值，只许 import torch / tilelang）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三个真正的难点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块与 expert 对齐，但路由是倾斜的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41832" y="1712976"/>
            <a:ext cx="10564063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 数 = 1.5 × expert 数：约一半 expert 占两个 block，第二个往往只有 16–64 行有效 → Config1/2 实际计算的行里 35% 是 padding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1082009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padding 行不能写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41832" y="2974848"/>
            <a:ext cx="10564063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评测的 allclose 覆盖整个输出张量，往 padding 写 0 也算错（参考实现根本没写过那块内存）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3517392"/>
            <a:ext cx="1082009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算术强度低，访存是墙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41832" y="3931920"/>
            <a:ext cx="10564063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token block 要把它那个 expert 的整套权重流一遍（Config3 stage 1 共 5.6 GB），而 MMA 只有 16x16x16 一种指令、异步拷贝被规则禁止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技术路线：先固化契约与尺子，再量约束、推结构，最后纯语法优化收口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468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固化评测契约（测试先行）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local_bench.py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精确复现评测调用契约 —— padding 行布局、fp32 路由权重、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n_experts+1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偏移数组、输出区哨兵断言；27 个测试布局是后面每一步 A/B 的尺子</a:t>
            </a:r>
            <a:endParaRPr lang="en-US" sz="1550" dirty="0"/>
          </a:p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正确性基线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：fp32 参考实现 + torch 逐 expert 慢版先跑通全部功能测试 —— 先有"对"，再追"快"</a:t>
            </a:r>
            <a:endParaRPr lang="en-US" sz="1550" dirty="0"/>
          </a:p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JIT 骨架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：单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T.prim_func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、两 stage、128 行 block 与 expert 对齐映射、运行时读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group_sizes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自算有效行</a:t>
            </a:r>
            <a:endParaRPr lang="en-US" sz="1550" dirty="0"/>
          </a:p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量出两条硬约束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：占用率探针量 LDS（32 KiB 红线）、mcTracer 量寄存器水位 —— 据此推导 128×128×64 / 256 线程，不是扫参</a:t>
            </a:r>
            <a:endParaRPr lang="en-US" sz="1550" dirty="0"/>
          </a:p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结构优化迭代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：swizzle 布局 → 权重寄存器暂存 + 展开重配 → 薄块分流 → n-tile 配对与 epilogue 融合；每步同进程交错 A/B，动 lowering 的变体用独立进程 + 独立 cache 目录</a:t>
            </a:r>
            <a:endParaRPr lang="en-US" sz="1550" dirty="0"/>
          </a:p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合规清理（v40）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：删掉跨调用记忆与 testcase 默认值，换纯 shape 规则；顺带消灭计时区间里最后一次 D2H 同步</a:t>
            </a:r>
            <a:endParaRPr lang="en-US" sz="1550" dirty="0"/>
          </a:p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等价性与沙箱自检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check_equiv.py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（两实现生成设备码 md5 相同）+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check_submission.py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（AST / import 白名单）双通过</a:t>
            </a:r>
            <a:endParaRPr lang="en-US" sz="1550" dirty="0"/>
          </a:p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定版复测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：25 个方向、35 个变体复测全部中性或负收益 → v42 定版；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run.sh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一键重生成全部九个日志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总体设计：两阶段 + 运行时薄块分流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21</a:t>
            </a:r>
            <a:endParaRPr lang="en-US" sz="1100" dirty="0"/>
          </a:p>
        </p:txBody>
      </p:sp>
      <p:pic>
        <p:nvPicPr>
          <p:cNvPr id="5" name="Image 0" descr="/data/tilelang-metax/race_tests/moe/submit_XH-202608/01_技术方案/figs/fig_data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450" y="1298448"/>
            <a:ext cx="7680795" cy="3526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87984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总体设计与数据流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" y="5154168"/>
            <a:ext cx="10820095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T.prim_func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内 2（Config1/2）或 4（Config3）个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T.Kernel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scope；stage 1 的 gate/up 共用同一块 A tile，算完就地 SwiGLU 写入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up_logits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workspace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SwiGLU 与路由权重乘法全部在寄存器里完成，中间结果只落一次显存；两段之间无 host 同步，host 侧总开销 19 µs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block 在运行时从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group_sizes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算出自己的有效行数 → 对任意路由都正确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核心：128×128×64 / 256 线程是被"推导"出来的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21</a:t>
            </a:r>
            <a:endParaRPr lang="en-US" sz="1100" dirty="0"/>
          </a:p>
        </p:txBody>
      </p:sp>
      <p:pic>
        <p:nvPicPr>
          <p:cNvPr id="5" name="Image 0" descr="/data/tilelang-metax/race_tests/moe/submit_XH-202608/01_技术方案/figs/fig_tile_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3451" y="1298448"/>
            <a:ext cx="6344793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1422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tile 设计空间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" y="4416552"/>
            <a:ext cx="10820095" cy="212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LDS ≤ 32 KiB / block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：40 KiB 时每 CU 从 2 个 block 掉到 1 个，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+65%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⇒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bm+bn ≤ 256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寄存器 ≤ 256 / 线程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：两个 fp32 累加器占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2·bm·bn/threads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，实测主 scope 共 250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bm·bn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最大 16384（128×128），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三个指标同时最优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；读/flop 下界与线程数无关（512 线程实测 12.08 ms 对 256 线程 9.01 ms）⇒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唯一最优点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最优点的具体值：LDS 读 0.03125 B/flop、shared 写 0.01172 B/flop、每 barrier 1.05 MFLOP；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bk=64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恰好填满 32 KiB，128 字节 DRAM 行段比 64 字节（bk=32）快 24%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两条硬约束都是量出来的：占用率探针 + mcTracer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21</a:t>
            </a:r>
            <a:endParaRPr lang="en-US" sz="1100" dirty="0"/>
          </a:p>
        </p:txBody>
      </p:sp>
      <p:pic>
        <p:nvPicPr>
          <p:cNvPr id="5" name="Image 0" descr="/data/tilelang-metax/race_tests/moe/submit_XH-202608/01_技术方案/figs/fig_lds_cl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98448"/>
            <a:ext cx="5257800" cy="2324403"/>
          </a:xfrm>
          <a:prstGeom prst="rect">
            <a:avLst/>
          </a:prstGeom>
        </p:spPr>
      </p:pic>
      <p:pic>
        <p:nvPicPr>
          <p:cNvPr id="6" name="Image 1" descr="/data/tilelang-metax/race_tests/moe/submit_XH-202608/01_技术方案/figs/fig_re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98448"/>
            <a:ext cx="5257800" cy="20222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3677715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占用率探针：每 block 32 KiB 是双 block 驻留红线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45352" y="3375543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寄存器水位：五个 scope 全部 ≤ 256 / 线程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85800" y="4006899"/>
            <a:ext cx="10820095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占用率探针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：一块"只占地方"的 shared buffer，每 block 32 KiB → stage 1 为 3.683 ms，40 KiB → 6.092 ms（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+65%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），到 64 KiB 完全平坦 —— 超过 32 KiB 就从每 CU 两个 block 掉到一个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寄存器水位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：两个主 scope 250 与 236–238，上限 256 只剩 6 个余量 —— 任何多暂存一块 tile（16 VGPR）的想法在写代码之前就已死亡，一次解释了 7 个失败变体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附：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bk=64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把 32 KiB 恰好填满；128 字节的 DRAM 行段实测比 64 字节（bk=32）快 24%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1：MMA shared tile 的 swizzle 布局（-9%）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0820095" cy="1039368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54577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12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T.annotate_layout({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12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input_shared:  tilelang.maca.intrinsics.make_mma_swizzle_layout(input_shared,  vecSize=4),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12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weight_shared: tilelang.maca.intrinsics.make_mma_swizzle_layout(weight_shared, vecSize=4),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12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84120"/>
          <a:ext cx="5394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1371600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 swizzle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3.052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5.451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10.367 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vecSize=4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2.761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4.975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9.510 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vecSize=8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2.823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5.068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9.669 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4014216"/>
            <a:ext cx="10820095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vecSize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必须等于访存粒度（fp16 的 4 个元素 = 8 字节，正好是 emitter 取操作数的宽度）：改成 2 慢 3 倍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计算仍由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T.gemm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完成，只是描述布局 —— 纯公开语法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副作用：把 MMA 读指令减半的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k_pack=2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在此之上一分钱都不值（2.758 / 4.981 / 9.513 对 2.761 / 4.975 / 9.510，两者攻击同一项开销）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2：权重 tile 经寄存器暂存（-3~6%）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单权重缓冲下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up_w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夹在两个 barrier 之间，DRAM 往返完全暴露；给它单独的 shared buffer 需要 48 KiB → 每 CU 只剩一个 block（实测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+39%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）；异步拷贝被规则禁止。只剩寄存器有余量：</a:t>
            </a:r>
            <a:endParaRPr lang="en-US" sz="1550" dirty="0"/>
          </a:p>
        </p:txBody>
      </p:sp>
      <p:pic>
        <p:nvPicPr>
          <p:cNvPr id="6" name="Image 0" descr="/data/tilelang-metax/race_tests/moe/submit_XH-202608/01_技术方案/figs/fig_k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0860" y="2040128"/>
            <a:ext cx="6289975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74675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k-step 窗口对比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5021072"/>
          <a:ext cx="59893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234440"/>
                <a:gridCol w="777240"/>
                <a:gridCol w="1645920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scope（Config3）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swizzle 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暂存后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寄存器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 1 main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4.364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4.056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234 → 250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 2 main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2.306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2.217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244 → 238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9.480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8.882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 2 block/CU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949440" y="5021072"/>
            <a:ext cx="4556455" cy="133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2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barrier 数不变、"写在读之后"不变 ⇒ </a:t>
            </a:r>
            <a:r>
              <a:rPr lang="en-US" sz="14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构造上安全</a:t>
            </a:r>
            <a:r>
              <a:rPr lang="en-US" sz="14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，不靠测试运气</a:t>
            </a:r>
            <a:endParaRPr lang="en-US" sz="1450" dirty="0"/>
          </a:p>
          <a:p>
            <a:pPr marL="152400" indent="-152400">
              <a:lnSpc>
                <a:spcPts val="22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 K-loop 展开因子通过寄存器预算耦合：</a:t>
            </a:r>
            <a:r>
              <a:rPr lang="en-US" sz="14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stage2_unroll</a:t>
            </a:r>
            <a:r>
              <a:rPr lang="en-US" sz="14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必须同时从 2 降到 1（否则 +8%）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3：运行时薄块分流 + 只看 shape 的调度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第二对 scope 用 64 行 tile 接管"有效行 ≤ 64"的薄 block，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block 运行时自己判断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代价是两次额外 launch，收益随 block 数增长 ⇒ 门槛纯由 shape 决定</a:t>
            </a:r>
            <a:endParaRPr lang="en-US" sz="1550" dirty="0"/>
          </a:p>
        </p:txBody>
      </p:sp>
      <p:pic>
        <p:nvPicPr>
          <p:cNvPr id="6" name="Image 0" descr="/data/tilelang-metax/race_tests/moe/submit_XH-202608/01_技术方案/figs/fig_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4498" y="2101088"/>
            <a:ext cx="6422700" cy="269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8534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倾斜路由与薄块分流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5127752"/>
            <a:ext cx="10820095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实测：Config3 开启快 2.2%；Config2 开启 +4.7%、Config1 +19.5%（block 数太少摊不平 launch）⇒ 只有 Config3 启用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门槛规则在 27 个测试布局上与"精确统计行数"的旧实现完全一致，且无需把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group_sizes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读回 host；顺带去掉了计时区间里最后一次 D2H 同步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4：n-tile 配对 + epilogue 直写 + 边界钳位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 2 让每个 block 负责两个相邻 n-tile，共用同一块 A tile 与权重缓冲，灌进 shared 的字节从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(128+128)·bk·2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降到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(64+128)·bk·2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正是 stage 1 已有的比例：</a:t>
            </a:r>
            <a:endParaRPr lang="en-US" sz="15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90928"/>
          <a:ext cx="5577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371600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 2 单阶段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n-tile 未配对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1.030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1.779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3.522 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n-tile 配对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1.660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3.289 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收益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-3.2%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-6.7%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-6.6%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3621024"/>
            <a:ext cx="10820095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epilogue 直接从 fragment 写回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：配对后写回只占该阶段 4.7%（未配对 13.6%），不再经 shared 中转 —— 同时消掉一个曾在评测机上引发正确性问题的写后读风险；所有写回带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&lt; actual_rows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谓词，padding 行永不写入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边界钳位不是防御性代码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expert_id = min(max(group_idx_for_bx[bx], 0), num_experts-1)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让后端能证明权重访问在界内、删掉内层 k 循环的保护分支，实测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3–8%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；路由权重索引用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T.min(..., total_valid_tokens-1)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夹住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Config1（hidden == 2048）额外特化：stage 1 直接融合写出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up·gate·sigmoid(gate)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、stage 2 路由权重转 fp16 只赋值有效行，合计约 -1%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正确性与精度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21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98448"/>
          <a:ext cx="10817352" cy="914400"/>
        </p:xfrm>
        <a:graphic>
          <a:graphicData uri="http://schemas.openxmlformats.org/drawingml/2006/table">
            <a:tbl>
              <a:tblPr/>
              <a:tblGrid>
                <a:gridCol w="7680960"/>
                <a:gridCol w="3136392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 个布局（含 3 个评测 shape，另 3 个 case 是纯性能探针无功能检查）逐元素比对 fp32 参考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 PASS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padding 行未被写（输出缓冲预填哨兵，断言 padding 元素仍是哨兵）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 clean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最差绝对误差 / 评测容差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2.6e-3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0.05 ⇒ </a:t>
                      </a: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 19 倍余量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任意路由分布（每个 scope 运行时读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group_sizes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自算行数）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与分布无关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组委会 harness 的两个功能配置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[OK] [OK]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3520440"/>
            <a:ext cx="10820095" cy="202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不做任何量化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：int8 路线（只量化 A 操作数、per-16 scale）已完整实现并实测 —— 按评测真实判据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|d| ≤ 0.05 + 0.05·|ref|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余量只剩 1.1–1.45 倍（现在是约 19 倍），且带 dequant 的 stage 1 反而慢 66% ⇒ 不用精度换性能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padding 谓词是踩过坑的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：早期一个未加谓词的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epilogue 在本地"只查有效行"的检查里全 PASS、在评测机上挂在 (2358, 1727) —— 参考值就是那块内存的旧内容；此后本地检查加哨兵断言，正式实现每处写回都带谓词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性能结果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21</a:t>
            </a:r>
            <a:endParaRPr lang="en-US" sz="1100" dirty="0"/>
          </a:p>
        </p:txBody>
      </p:sp>
      <p:pic>
        <p:nvPicPr>
          <p:cNvPr id="5" name="Image 0" descr="/data/tilelang-metax/race_tests/moe/submit_XH-202608/01_技术方案/figs/fig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5517" y="1298448"/>
            <a:ext cx="6940662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27939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性能结果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553712"/>
          <a:ext cx="96012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737360"/>
                <a:gridCol w="1645920"/>
                <a:gridCol w="1097280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官方 harness 同机同配置对照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 kernel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本方案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7168 / 2048, 8 experts, topk 4, 1×8192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117.29 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48.38 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2.42×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3584 / 1024, 4 experts, topk 2, 2×4096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18.40 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9.62 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1.91×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85800" y="5710428"/>
            <a:ext cx="10820095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该口径含 harness 每次迭代的权重 clone（8-expert 约 700 MB）与 Python 侧路由排序，kernel 本身差距比 2.42× 更大；每个 scope 都保持每 CU 两个 block 驻留，stage 1 占 64–65%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 kernel scope 分解（mcTracer）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三个配置、七个 scope 的最终水位（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02_日志与结果/05_kernel_profile.log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）：</a:t>
            </a:r>
            <a:endParaRPr lang="en-US" sz="15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6128"/>
          <a:ext cx="9235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  <a:gridCol w="2011680"/>
                <a:gridCol w="1737360"/>
                <a:gridCol w="1737360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scope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ms / 次调用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寄存器/线程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shared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 1（128 行）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1.705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 KiB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 2（配对）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 KiB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 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3.140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 KiB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 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1.579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 KiB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 1 main / tail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4.055 / 1.750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250 / 170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 / 24 KiB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 2 main / tail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2.234 / 0.867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238 / 154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 / 24 KiB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326636"/>
            <a:ext cx="10820095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scope 都保持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CU 两个 block 驻留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（寄存器 ≤ 256、LDS ≤ 32 KiB）—— 这是要保护的不变量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stage 1 占总时间的 64–65%；tail scope 以 24 KiB shared、154–170 寄存器同样双块驻留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优化历程：两次结构级收益补回"纯 TileLang 化"的成本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21</a:t>
            </a:r>
            <a:endParaRPr lang="en-US" sz="1100" dirty="0"/>
          </a:p>
        </p:txBody>
      </p:sp>
      <p:pic>
        <p:nvPicPr>
          <p:cNvPr id="5" name="Image 0" descr="/data/tilelang-metax/race_tests/moe/submit_XH-202608/01_技术方案/figs/fig_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8297" y="1298448"/>
            <a:ext cx="5615102" cy="2514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86791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优化历程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142232"/>
          <a:ext cx="83667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846320"/>
                <a:gridCol w="914400"/>
                <a:gridCol w="914400"/>
                <a:gridCol w="914400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关键改动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Config3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v22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128×128×64 分组 GEMM + stage 2 配对 + tail 分流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2.80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4.99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9.14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v36–38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 TileLang 化、fast math、epilogue 融合与展开（先付成本）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3.05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5.46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10.39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v40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去跨调用记忆与 testcase 默认值，改纯 shape 规则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3.05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5.45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10.39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v41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MMA shared tile 的 swizzle 布局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2.761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4.975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9.510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v42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权重 tile 寄存器暂存 + 展开因子重配（补回并反超）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2.678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4.734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8.905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方法论：唯一站得住的成本模型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对固定 tile 形状：时间 = (活跃 block 数 × k-step 数) × 每步常数，七个 scope 上误差 ≤ 1%；但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常数推不出来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三个线性拟合模型每遇新 tile 形状就崩一次（(128,64) 差 18%、(192,64) 差 60%）⇒ 新形状必须实测</a:t>
            </a:r>
            <a:endParaRPr lang="en-US" sz="15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95728"/>
          <a:ext cx="5303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tile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 (block, k-step)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128×128×64（两个主 scope）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36.5 ns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64×128×64（两个 tail scope）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30.4 ns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128×64×64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22.7 ns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192×64×64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36.2 ns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207764"/>
            <a:ext cx="10820095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例：Config1 = 73,728 个 block-k-step × 36.5 ns = 2.69 ms（实测 2.678）—— 任何改动先数它改变了多少步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85800" y="5000244"/>
            <a:ext cx="1082009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动手前必做的三个测量：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5800" y="5433060"/>
            <a:ext cx="10820095" cy="164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看寄存器余量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：主 scope 250/256 ⇒ 多暂存一块 tile（16 VGPR）的想法先天死亡（一次解释 7 个失败变体）</a:t>
            </a:r>
            <a:endParaRPr lang="en-US" sz="1550" dirty="0"/>
          </a:p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数活跃 block 数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：768 个活跃 block 达到 4.82 TB/s 的 LDS 流量、512 个 4.54、256 个只有 3.60</a:t>
            </a:r>
            <a:endParaRPr lang="en-US" sz="1550" dirty="0"/>
          </a:p>
          <a:p>
            <a:pPr marL="152400" indent="-1524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把线上分数反解成时间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：评测机（104 CU）反解为 2.57 / 4.55 / 8.86 ms，只比本地（26 CU）快 0.5–4% ⇒ 本地测量可迁移，约 5.3% 时间 = 1 分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试过并被否掉的方向（一）：tile / 线程 / 缓冲 / 流水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21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98448"/>
          <a:ext cx="1081735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3959352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原因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更大的 M tile（256 行）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+22%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 KiB LDS ⇒ 每 CU 一个 block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block_k=128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block_k=96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+27% / +66%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同上；L2 足迹翻倍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block_k=32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的一切变体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+38~70%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 字节 DRAM 行段效率只有 128 字节的 76%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两块权重缓冲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+39%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 KiB LDS；"每 barrier 的 flop"并没有变好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512 / 1024 线程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+34% / +54%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wave tile 退化成 32×64 / 32×32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128 行与 64 行 tile 合进一个 scope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+53%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编译器为两个互斥分支都分配累加器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gate/up 共用一套 A fragment（手工驱动 emitter）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+6.5%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LDS 读少 18%，但跨 barrier 多占 32 VGPR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 / gate tile 也过寄存器暂存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+4~9%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寄存器已满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 k-step 的寄存器软流水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+2~5%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一个 expert 的两个 block 合成 192 行 tile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+1.7~26%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权重读本来就命中 L2，bn 减半反涨 26% LDS 流量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349240"/>
            <a:ext cx="1082009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共同主题：几乎全部失败都源于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LDS 超过 32 KiB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或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寄存器超过 256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与第 8 页的两条实测约束一一对应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试过并被否掉的方向（二）：精度 / 实现 / 后端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21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98448"/>
          <a:ext cx="1081735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3959352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原因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int8 量化 A 操作数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余量 1.1–1.45 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精度预算放不下；带 dequant 的 stage 1 慢 66%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权重预处理（relayout）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净亏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读一遍写一遍就是 2W 流量，而 kernel 只搬约 W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PyTorch 逐 expert /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bmm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慢 1.6–2.0 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expert 64–220 行填不满机器；bmm 多算 33% 的行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MACA 异步拷贝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&gt;128 线程静默算错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且规则禁止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T.gemm(k_pack=2)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生成源码逐字节相同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前端参数在 MACA 路径上被丢弃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光栅化 panel 2–56、FullRow/FullCol、交换网格轴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+0.4~+75%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现有 panel 8（stage 1）/ 28（stage 2 配对）最优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关闭安全访存 / warp specialization / shared 合并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±0.5%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噪声内，且第一项会去掉越界保护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792980"/>
            <a:ext cx="1082009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最后一轮（2026-09-02）沿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个方向、35 个变体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复测，全部中性或负收益 ⇒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v42 定版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合规性自查：对照组委会禁止清单八条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/ 21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98448"/>
          <a:ext cx="1081735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00400"/>
                <a:gridCol w="7251192"/>
              </a:tblGrid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#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禁止项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33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自查结论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绕过 TileLang 直接执行设备 kernel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—— 全文件只有一个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@tilelang.jit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的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T.prim_func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（2–4 个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T.Kernel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scope）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 PyTorch 完成核心计算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—— 唯一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torch.*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是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torch.empty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（题面允许的 workspace）；矩阵乘全是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T.gemm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，SwiGLU 是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T.exp2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+ 标量表达式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H2D/D2H 异步拷贝规避评测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—— 无 stream / event /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non_blocking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；生成源码 grep 不到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async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mbarrier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跨调用缓存、复用或回放结果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—— v40 已删 shape 记忆字典；只缓存编译产物与 scratch 显存，不含计算结果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针对已知 testcase 硬编码投机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—— v40 已删写死默认值；留下的 shape 分支都是结构参数，correctness 与 benchmark 同一条路径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T.import_source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T.call_extern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调用外部设备计算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mcTlass 等外部设备库承担计算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—— grep 不到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mcTlass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asm</a:t>
                      </a:r>
                      <a:r>
                        <a:rPr lang="en-US" sz="1300" dirty="0">
                          <a:solidFill>
                            <a:srgbClr val="1A1C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任何外部库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7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911852"/>
            <a:ext cx="1082009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03_源码与复现/test/check_submission.py 03_源码与复现/kernel/submission.py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OK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（沙箱 AST / import 白名单：顶层只许字面量赋值，只许 import torch / tilelang）；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check_equiv.py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确认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moe.py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与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submission.py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生成设备码 md5 相同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54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106424"/>
            <a:ext cx="10820095" cy="0"/>
          </a:xfrm>
          <a:prstGeom prst="line">
            <a:avLst/>
          </a:prstGeom>
          <a:noFill/>
          <a:ln w="15240">
            <a:solidFill>
              <a:srgbClr val="1C54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/ 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20095" cy="25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在"纯 TileLang 语法、不量化、不缓存结果"的约束下做到 2.678 / 4.730 / 8.907 ms（有效吞吐 85.4 / 84.6 / 89.9 TFLOP/s），线上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81.7 / 80.7 / 80.7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分，端到端相对模板实现快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1.9–2.4 倍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本地测试使用 16 GiB sGPU；原始 starter-kit full harness 的 OOM 记录已随提交包保留，且已用 bs=1 / bs=2 完成公平对照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方法上的收获：把 </a:t>
            </a:r>
            <a:r>
              <a:rPr lang="en-US" sz="1550" b="1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LDS 32 KiB 与 256 个寄存器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当作两条硬约束去推导，比扫参更可靠；剩下的收益来自纯语法级的布局与暂存，而不是更大的 tile</a:t>
            </a:r>
            <a:endParaRPr lang="en-US" sz="1550" dirty="0"/>
          </a:p>
          <a:p>
            <a:pPr marL="152400" indent="-1524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后续（按期望收益）：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3791712"/>
            <a:ext cx="10408615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找到"不多一次 launch、也不减小 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"的薄块处理方式（Config1/2 仍有 35% padding 行，Config3 经 tail 分流已压到 12.7%）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4511040"/>
            <a:ext cx="1040861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等后端可用的异步拷贝或更宽的 MMA 指令 —— 任一到位，最优 tile 的推导结论就会变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7280" y="4925568"/>
            <a:ext cx="1040861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若规则放开量化，A 操作数 per-16 scale 的实现已经就绪（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exp_quant*.py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5449824"/>
            <a:ext cx="10820095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材料：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01_技术方案/技术方案.md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（完整方案）、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01_技术方案/附录_工程笔记.md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（全部实测数字与失败记录）、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02_日志与结果/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（九个可复现日志，含编译与运行关键输出）、</a:t>
            </a:r>
            <a:r>
              <a:rPr lang="en-US" sz="1550" dirty="0">
                <a:solidFill>
                  <a:srgbClr val="1A1C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r>
              <a:rPr lang="en-US" sz="1550" dirty="0">
                <a:solidFill>
                  <a:srgbClr val="1A1C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（环境与运行方式，含图）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融合 MoE 算子的 TileLang 实现与优化</dc:title>
  <dc:subject>PptxGenJS Presentation</dc:subject>
  <dc:creator>XH-202608</dc:creator>
  <cp:lastModifiedBy>XH-202608</cp:lastModifiedBy>
  <cp:revision>1</cp:revision>
  <dcterms:created xsi:type="dcterms:W3CDTF">2026-09-05T10:38:53Z</dcterms:created>
  <dcterms:modified xsi:type="dcterms:W3CDTF">2026-09-05T10:38:53Z</dcterms:modified>
</cp:coreProperties>
</file>